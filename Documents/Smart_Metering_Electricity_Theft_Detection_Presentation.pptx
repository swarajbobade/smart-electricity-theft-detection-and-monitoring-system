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Metering of Electricity Theft Detection and Power Monitoring</a:t>
            </a:r>
          </a:p>
          <a:p>
            <a:r>
              <a:t>PK Technical Campus</a:t>
            </a:r>
          </a:p>
          <a:p>
            <a:r>
              <a:t>Department Of Computer Engineering</a:t>
            </a:r>
          </a:p>
          <a:p>
            <a:r>
              <a:t>2024-2025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Certificate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certifies the project report submitted by:</a:t>
            </a:r>
          </a:p>
          <a:p>
            <a:r>
              <a:t>Swaraj Bobade, Sumeet Chandekar, Siddharth Sabale, Aditya Vajale</a:t>
            </a:r>
          </a:p>
          <a:p>
            <a:r>
              <a:t>Guided by Prof. Saba Chaugule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Acknowledgment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thank Prof. Vaishali Warake, Prof. Saba Chaugule, Principal, staff, friends, and families for their support.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meters use real-time data and AI to detect electricity theft, improve monitoring, and support energy efficiency.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power theft, increase efficiency, support smart grids, enable data-driven monitoring.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Challenges: Theft, poor monitoring, limited insights, difficulty with renewable integration, data security.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Real-time monitoring</a:t>
            </a:r>
          </a:p>
          <a:p>
            <a:r>
              <a:t>2. Theft detection</a:t>
            </a:r>
          </a:p>
          <a:p>
            <a:r>
              <a:t>3. Power quality improvement</a:t>
            </a:r>
          </a:p>
          <a:p>
            <a:r>
              <a:t>4. Consumer empowerment</a:t>
            </a:r>
          </a:p>
          <a:p>
            <a:r>
              <a:t>5. Renewable integration</a:t>
            </a:r>
          </a:p>
          <a:p>
            <a:r>
              <a:t>6. Data security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Timeline from 19-09-2024 to 05-05-2025 including topic selection, testing, and submission prep.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Total: ₹8,500 (Hardware, Tools, Documentation)</a:t>
            </a:r>
          </a:p>
          <a:p>
            <a:r>
              <a:t>Per Member: ₹2,125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metering, ML, anomaly detection, grid optimization, consumer awareness, and data privacy reviewed.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SRS -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consumption, detect theft, send alerts, manage system via app and server.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SRS -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Consumers</a:t>
            </a:r>
          </a:p>
          <a:p>
            <a:r>
              <a:t>2. Utility Admins</a:t>
            </a:r>
          </a:p>
          <a:p>
            <a:r>
              <a:t>3. Developers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SRS - Assumptions &amp;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Assumes reliable sensors, connectivity, and proper setup. Depends on IoT, APIs, mobile access.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 app and optional web dashboard. Real-time data, alerts, settings, language support.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REST APIs, MongoDB, secure endpoints for theft detection and data access.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MQTT/WiFi communication, encrypted data transfer, real-time push notifications.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Performance, reliability, security, usability, maintainability, interoperability, compliance.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IoT hardware, mobile/web apps, Node.js server, MongoDB database, Agile SDLC.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 phases: Analysis, Design, Development, Testing, Deployment, Maintenance.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Includes distributor and consumer IoT modules, API server, database, and mobile app.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DFD - Context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Shows data flow between consumers, distributors, API, and mobile app.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cases: Monitor, Detect Theft, Alerts, View History - for consumers and admins.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&amp; Sequence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Theft detection workflow and interaction between modules and server.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Classes: User, Modules, API Server, App, Database with methods and attributes.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detection, accurate billing, better efficiency, grid insights, fast issue resolution.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cost, privacy concerns, technical failures, rural connectivity, cyber risks.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Theft detection</a:t>
            </a:r>
          </a:p>
          <a:p>
            <a:r>
              <a:t>2. Energy efficiency</a:t>
            </a:r>
          </a:p>
          <a:p>
            <a:r>
              <a:t>3. Dynamic pricing</a:t>
            </a:r>
          </a:p>
          <a:p>
            <a:r>
              <a:t>4. Grid &amp; fault optimization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&amp; Software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ESP32, sensors, relays, GSM/WiFi, Arduino IDE, Embedded C, React Native.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 &amp;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current, voltage, detect anomalies, compare distributor vs consumer data.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Modular, cost-effective system that accurately detects theft and improves power monitoring.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ML-based detection, 3-phase support, smart grid integration, tamper-proof hardware.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